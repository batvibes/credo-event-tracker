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pic>
        <p:nvPicPr>
          <p:cNvPr id="9100" name="mir_photo_1">
            <a:extLst>
              <a:ext uri="{FF2B5EF4-FFF2-40B4-BE49-F238E27FC236}">
                <a16:creationId xmlns:a16="http://schemas.microsoft.com/office/drawing/2014/main" id="{62F70BC0-ACDF-47AB-B1F8-197615D5A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 l="31477" t="0" r="31477" b="0"/>
          </a:stretch>
        </p:blipFill>
        <p:spPr>
          <a:xfrm>
            <a:off x="6248399" y="4505325"/>
            <a:ext cx="1781175" cy="989756"/>
          </a:xfrm>
          <a:prstGeom prst="rect">
            <a:avLst/>
          </a:prstGeom>
        </p:spPr>
      </p:pic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Portrait Test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Portrait slot 1</a:t>
            </a:r>
          </a:p>
        </p:txBody>
      </p:sp>
      <p:pic>
        <p:nvPicPr>
          <p:cNvPr id="9101" name="mir_photo_2">
            <a:extLst>
              <a:ext uri="{FF2B5EF4-FFF2-40B4-BE49-F238E27FC236}">
                <a16:creationId xmlns:a16="http://schemas.microsoft.com/office/drawing/2014/main" id="{793BBC86-4190-42B3-9870-D4B97D84A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 l="8982" t="0" r="8982" b="0"/>
          </a:stretch>
        </p:blipFill>
        <p:spPr>
          <a:xfrm>
            <a:off x="8153400" y="4504902"/>
            <a:ext cx="1809750" cy="989755"/>
          </a:xfrm>
          <a:prstGeom prst="rect">
            <a:avLst/>
          </a:prstGeom>
        </p:spPr>
      </p:pic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Landscape Test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Landscape slot 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