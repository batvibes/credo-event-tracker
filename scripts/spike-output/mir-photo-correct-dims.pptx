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1</a:t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1.</a:t>
            </a:r>
          </a:p>
        </p:txBody>
      </p:sp>
      <p:pic>
        <p:nvPicPr>
          <p:cNvPr id="9100" name="mir_photo_2">
            <a:extLst>
              <a:ext uri="{FF2B5EF4-FFF2-40B4-BE49-F238E27FC236}">
                <a16:creationId xmlns:a16="http://schemas.microsoft.com/office/drawing/2014/main" id="{A2ABA881-0DF8-4A16-B2EC-C87C31CC1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 l="8982" t="0" r="8982" b="0"/>
          </a:stretch>
        </p:blipFill>
        <p:spPr>
          <a:xfrm>
            <a:off x="8153400" y="4504902"/>
            <a:ext cx="1809750" cy="989755"/>
          </a:xfrm>
          <a:prstGeom prst="rect">
            <a:avLst/>
          </a:prstGeom>
        </p:spPr>
      </p:pic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2.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70497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928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978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453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492761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11811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02286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1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7755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7946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7851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058427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077477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067952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34126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486150" y="3378432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5086350" y="3368907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486150" y="366126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086350" y="365174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reach and mission support notes for this reporting period.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959AE-B55A-0F48-90D9-DD16C0265CE4}"/>
              </a:ext>
            </a:extLst>
          </p:cNvPr>
          <p:cNvSpPr/>
          <p:nvPr/>
        </p:nvSpPr>
        <p:spPr>
          <a:xfrm>
            <a:off x="431800" y="29972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F3E2A-C58E-9740-99FA-DFD618AA4C9F}"/>
              </a:ext>
            </a:extLst>
          </p:cNvPr>
          <p:cNvSpPr/>
          <p:nvPr/>
        </p:nvSpPr>
        <p:spPr>
          <a:xfrm>
            <a:off x="431800" y="33528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B9F37-6F14-B643-BEDD-DAAE69F4C4F2}"/>
              </a:ext>
            </a:extLst>
          </p:cNvPr>
          <p:cNvSpPr/>
          <p:nvPr/>
        </p:nvSpPr>
        <p:spPr>
          <a:xfrm>
            <a:off x="431800" y="37084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470AB-99FD-B740-8FF4-156578695666}"/>
              </a:ext>
            </a:extLst>
          </p:cNvPr>
          <p:cNvSpPr/>
          <p:nvPr/>
        </p:nvSpPr>
        <p:spPr>
          <a:xfrm>
            <a:off x="431800" y="40640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