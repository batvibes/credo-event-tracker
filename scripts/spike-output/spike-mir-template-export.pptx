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r:id="rId11-created" id="2147483650"/>
  </p:sldMasterIdLst>
  <p:sldIdLst>
    <p:sldId r:id="rId9-created" id="256"/>
    <p:sldId r:id="rId12-created" id="257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-created" Type="http://schemas.openxmlformats.org/officeDocument/2006/relationships/slide" Target="slides/slide3.xml"/><Relationship Id="rId10-created" Type="http://schemas.openxmlformats.org/officeDocument/2006/relationships/slideLayout" Target="slideLayouts/slideLayout2.xml"/><Relationship Id="rId11-created" Type="http://schemas.openxmlformats.org/officeDocument/2006/relationships/slideMaster" Target="slideMasters/slideMaster2.xml"/><Relationship Id="rId12-created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CREDO MCI WEST MONTHLY IMPACT REPORT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25603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9669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REACH + MISSION SUPPORT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553212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20116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Reach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Commands Supported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Beneficiaries Served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Workshops Conducted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Retreats Conducted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61872"/>
          <a:ext cx="553212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20116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FYTD Mission Support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SUICIDE PREVENTION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GROWTH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MARRIAGE ENRICHMENT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FYTD 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0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063240"/>
            <a:ext cx="11430000" cy="25603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309981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MANPOWER / MANNING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65760" y="3364992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/ manning summary placeholder — detailed metrics and notes will be added in a future release.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3840480"/>
            <a:ext cx="11430000" cy="25603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387705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READINESS OUTCOMES (FYTD) n = ___ assessments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" y="4160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__%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737360" y="4160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971800" y="4160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__%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4434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___ assessments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4800600"/>
            <a:ext cx="11430000" cy="25603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483717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COMMAND HIGHLIGHTS (MONTH)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65760" y="5102352"/>
            <a:ext cx="3520440" cy="960120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5760" y="54223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placeholder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114800" y="5102352"/>
            <a:ext cx="3520440" cy="960120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0" y="54223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placeholder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863840" y="5102352"/>
            <a:ext cx="3520440" cy="960120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863840" y="54223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placeholder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CREDO Impact Tracker &amp; Post-Event Evaluations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CREDO MCI WEST MONTHLY IMPACT REPORT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— NOTES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+ MISSION SUPPORT — NOTES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71016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/ MANNING — NOTES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551176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2432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manpower / manning notes.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611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OUTCOMES —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831336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90448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readiness outcomes notes.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9204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HIGHLIGHTS — NOTES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5111496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518464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command highlights notes.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CREDO MCI WEST Monthly Impact Report June 2026</dc:title>
  <dc:subject>Monthly Impact Report</dc:subject>
  <dc:creator>CREDO Impact Tracker</dc:creator>
  <cp:lastModifiedBy>CREDO Impact Tracker</cp:lastModifiedBy>
  <cp:revision>1</cp:revision>
  <dcterms:created xsi:type="dcterms:W3CDTF">2026-07-04T08:06:48Z</dcterms:created>
  <dcterms:modified xsi:type="dcterms:W3CDTF">2026-07-04T08:06:48Z</dcterms:modified>
</cp:coreProperties>
</file>