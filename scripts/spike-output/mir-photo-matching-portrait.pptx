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pic>
        <p:nvPicPr>
          <p:cNvPr id="9100" name="mir_photo_2">
            <a:extLst>
              <a:ext uri="{FF2B5EF4-FFF2-40B4-BE49-F238E27FC236}">
                <a16:creationId xmlns:a16="http://schemas.microsoft.com/office/drawing/2014/main" id="{10D23D10-B18B-44B5-9DE8-41C7529C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 l="31770" t="0" r="31770" b="0"/>
          </a:stretch>
        </p:blipFill>
        <p:spPr>
          <a:xfrm>
            <a:off x="8153400" y="4504902"/>
            <a:ext cx="1809750" cy="989755"/>
          </a:xfrm>
          <a:prstGeom prst="rect">
            <a:avLst/>
          </a:prstGeom>
        </p:spPr>
      </p:pic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1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