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Landscape Event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Landscape caption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7AFF73-2FFA-5645-942E-8F415A629D7C}"/>
              </a:ext>
            </a:extLst>
          </p:cNvPr>
          <p:cNvSpPr/>
          <p:nvPr/>
        </p:nvSpPr>
        <p:spPr>
          <a:xfrm>
            <a:off x="8153400" y="4504902"/>
            <a:ext cx="1809750" cy="989755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mir_photo_slot_2">
            <a:extLst>
              <a:ext uri="{FF2B5EF4-FFF2-40B4-BE49-F238E27FC236}">
                <a16:creationId xmlns:a16="http://schemas.microsoft.com/office/drawing/2014/main" id="{15D397DB-2ACA-F046-A0C1-B2185962D670}"/>
              </a:ext>
            </a:extLst>
          </p:cNvPr>
          <p:cNvSpPr txBox="1"/>
          <p:nvPr/>
        </p:nvSpPr>
        <p:spPr>
          <a:xfrm>
            <a:off x="8220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ctr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Portrait Event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Portrait caption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70497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2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3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4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928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978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453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1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492761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11811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02286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2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775594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794644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785119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3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058427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077477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067952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4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34126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486150" y="3378432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5086350" y="3368907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 dirty="0">
                <a:solidFill>
                  <a:srgbClr val="061B44"/>
                </a:solidFill>
              </a:rPr>
              <a:t>10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486150" y="366126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086350" y="365174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200" b="1">
                <a:solidFill>
                  <a:srgbClr val="061B44"/>
                </a:solidFill>
              </a:rPr>
              <a:t>5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/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/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/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pic>
        <p:nvPicPr>
          <p:cNvPr id="196" name="mir_photo_image_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670" y="4505325"/>
            <a:ext cx="1484634" cy="989756"/>
          </a:xfrm>
          <a:prstGeom prst="rect">
            <a:avLst/>
          </a:prstGeom>
        </p:spPr>
      </p:pic>
      <p:pic>
        <p:nvPicPr>
          <p:cNvPr id="197" name="mir_photo_image_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357" y="4504902"/>
            <a:ext cx="659837" cy="989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reach and mission support notes for this reporting period.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B959AE-B55A-0F48-90D9-DD16C0265CE4}"/>
              </a:ext>
            </a:extLst>
          </p:cNvPr>
          <p:cNvSpPr/>
          <p:nvPr/>
        </p:nvSpPr>
        <p:spPr>
          <a:xfrm>
            <a:off x="431800" y="29972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F3E2A-C58E-9740-99FA-DFD618AA4C9F}"/>
              </a:ext>
            </a:extLst>
          </p:cNvPr>
          <p:cNvSpPr/>
          <p:nvPr/>
        </p:nvSpPr>
        <p:spPr>
          <a:xfrm>
            <a:off x="431800" y="33528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6B9F37-6F14-B643-BEDD-DAAE69F4C4F2}"/>
              </a:ext>
            </a:extLst>
          </p:cNvPr>
          <p:cNvSpPr/>
          <p:nvPr/>
        </p:nvSpPr>
        <p:spPr>
          <a:xfrm>
            <a:off x="431800" y="37084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1470AB-99FD-B740-8FF4-156578695666}"/>
              </a:ext>
            </a:extLst>
          </p:cNvPr>
          <p:cNvSpPr/>
          <p:nvPr/>
        </p:nvSpPr>
        <p:spPr>
          <a:xfrm>
            <a:off x="431800" y="4064000"/>
            <a:ext cx="51816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command highlights notes for this reporting period.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F40701-6EAA-A746-9BF4-8262BA433A2E}"/>
              </a:ext>
            </a:extLst>
          </p:cNvPr>
          <p:cNvSpPr/>
          <p:nvPr/>
        </p:nvSpPr>
        <p:spPr>
          <a:xfrm>
            <a:off x="6388100" y="54356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1983D-1A7D-E844-95D9-B1E407C3EC9E}"/>
              </a:ext>
            </a:extLst>
          </p:cNvPr>
          <p:cNvSpPr/>
          <p:nvPr/>
        </p:nvSpPr>
        <p:spPr>
          <a:xfrm>
            <a:off x="6388100" y="57785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EECD0E-F233-6946-BB64-AA03E8679939}"/>
              </a:ext>
            </a:extLst>
          </p:cNvPr>
          <p:cNvSpPr/>
          <p:nvPr/>
        </p:nvSpPr>
        <p:spPr>
          <a:xfrm>
            <a:off x="6388100" y="61214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7A4A4F-C02A-704D-8B8C-5A94C8298689}"/>
              </a:ext>
            </a:extLst>
          </p:cNvPr>
          <p:cNvSpPr/>
          <p:nvPr/>
        </p:nvSpPr>
        <p:spPr>
          <a:xfrm>
            <a:off x="6388100" y="6464300"/>
            <a:ext cx="52578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